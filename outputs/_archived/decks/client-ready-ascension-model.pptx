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Ready Offer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Ascension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$27 Low-Ticket to $5K+ High-Ticket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are stuck: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help everyone with everything"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validated offer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pricing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path to high-ticket clients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Wondering: "Will anyone pay for this?"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Ladder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$5K+  1:1 Build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474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$397  Done-For-You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2062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700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$97-297  Sprint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93776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01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$27+bumps  Front-End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2011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commitment entry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ascension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Front-End Entry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$27 - Client Ready Offer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guide + 5 AI prompts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document template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offer in one afternoon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Bumps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6459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$47 - 24-Hour Launch Kit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$37 - Plug &amp; Play Funnel Pack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30% bump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front-end cart: $111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 1: The Client Ready Sprint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Self-Paced: $97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funnel system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Advantage Framework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Landing Page Generator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Playbook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Skool Community Access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Sprint: $297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16459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Self-Paced PLUS: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calls (4 sessions)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chat access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check-ins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seat feedback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in 30 days or keep working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10-15% conversion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 2: Done-For-You Funnel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$397 one-time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spots/month (real scarcity)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Client Funnel Blueprint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Integration Call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Copy Pack (Ads, Emails, Sales Pages)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&amp; ICP Analysis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page custom bundle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1-3: Onboarding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 Build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Delivery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Integration + Launch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Guarantee: 100 customers or I keep working with you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1:1 Funnel Build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buyers who want maximum support: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funnel built by Michael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extraction and refinement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installation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and scaling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23774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required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assess fit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offer (or close)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invest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high-ticket revenue driver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0972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/ Content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371600"/>
            <a:ext cx="10972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371600"/>
            <a:ext cx="10972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+$84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1371600"/>
            <a:ext cx="10972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$97-297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1371600"/>
            <a:ext cx="10972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371600"/>
            <a:ext cx="10972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55280" y="1371600"/>
            <a:ext cx="10972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1645920"/>
            <a:ext cx="32004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1645920"/>
            <a:ext cx="32004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1645920"/>
            <a:ext cx="32004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5212080" y="1645920"/>
            <a:ext cx="32004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1645920"/>
            <a:ext cx="32004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1645920"/>
            <a:ext cx="32004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builds trust. Trust enables high-ticket.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Metrics: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 rate: 30%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 1: 10-15%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 2: 5-10%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 close: 20-30%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Economics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Front-end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Bump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Bump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OTO 1 (Self)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OTO 1 (Sprint)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OTO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High-ticket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05840"/>
            <a:ext cx="29260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554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cart: $805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AOV: $100-180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&lt; AOV goal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subscriptions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Ready Method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70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26080" y="1170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out your unfair advantage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47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19476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real buyers first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24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2724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24-hour funnel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02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26080" y="3502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playbook to $5K+ clients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can't grow into pain" — Offer must align with what you actually do well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10/10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Ready Offer System - Ascension Model</dc:title>
  <dc:subject>PptxGenJS Presentation</dc:subject>
  <dc:creator>Michael</dc:creator>
  <cp:lastModifiedBy>Michael</cp:lastModifiedBy>
  <cp:revision>1</cp:revision>
  <dcterms:created xsi:type="dcterms:W3CDTF">2026-01-26T07:28:41Z</dcterms:created>
  <dcterms:modified xsi:type="dcterms:W3CDTF">2026-01-26T07:28:41Z</dcterms:modified>
</cp:coreProperties>
</file>